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Copilot: Team Impact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Application Development Team | Q3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5461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Executive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669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Avg. task completion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55%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app delivery (Spring Batch case study)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 weeks → &lt;1 week (85% faster)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Cycle time reduction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3.5 hrs saved per task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 time to production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55% reduction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 throughput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+10.6%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98900"/>
            <a:ext cx="8229600" cy="5461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“Copilot saves ~30 min/day per developer on routine work — that’s </a:t>
            </a:r>
            <a:r>
              <a:rPr sz="2000" b="1"/>
              <a:t>~25 hrs/month</a:t>
            </a:r>
            <a:r>
              <a:rPr sz="2000"/>
              <a:t> per person.”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3208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Case Study: New Spring Batch Application</a:t>
            </a:r>
          </a:p>
          <a:p>
            <a:pPr lvl="0" indent="0" marL="0">
              <a:buNone/>
            </a:pPr>
            <a:r>
              <a:rPr b="1"/>
              <a:t>The challenge:</a:t>
            </a:r>
            <a:r>
              <a:rPr/>
              <a:t> Building a new Spring Batch app from scratch — scaffolding, batch config, readers/writers/processors, deployment setup — historically took </a:t>
            </a:r>
            <a:r>
              <a:rPr b="1"/>
              <a:t>~8 weeks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What we did: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641600"/>
          <a:ext cx="8229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32893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Wrote a Copilot instruction file defining tech stack, structure, conventions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 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Refined instructions (2 iterations)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 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Copilot generated all source code — jobs, readers, writers, config, 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~1–2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Created a SKILL file encoding deployment structure &amp; libraries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~0.5 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Tested, validated, deployed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~1–2 days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89400"/>
            <a:ext cx="8229600" cy="355600"/>
          </a:xfrm>
        </p:spPr>
        <p:txBody>
          <a:bodyPr/>
          <a:lstStyle/>
          <a:p>
            <a:pPr lvl="0" indent="0" marL="1270000">
              <a:buNone/>
            </a:pPr>
            <a:r>
              <a:rPr sz="2000" i="1"/>
              <a:t>“We didn’t replace the developer. We replaced the 6 weeks of typing boilerplate.”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723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Case Study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0447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to deliver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&lt; 1 week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~85%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Developer effort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manual build 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Instruction authoring + review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46500"/>
            <a:ext cx="8229600" cy="723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Why it worked:</a:t>
            </a:r>
            <a:r>
              <a:rPr/>
              <a:t> - Instruction file = a </a:t>
            </a:r>
            <a:r>
              <a:rPr b="1"/>
              <a:t>repeatable blueprint</a:t>
            </a:r>
            <a:r>
              <a:rPr/>
              <a:t> for every future Spring Batch app - SKILL file </a:t>
            </a:r>
            <a:r>
              <a:rPr b="1"/>
              <a:t>encodes deployment knowledge</a:t>
            </a:r>
            <a:r>
              <a:rPr/>
              <a:t> — no longer tribal knowledge - Copilot handles the repetitive 80%; developers focus on </a:t>
            </a:r>
            <a:r>
              <a:rPr b="1"/>
              <a:t>reviewing and validating</a:t>
            </a:r>
            <a:r>
              <a:rPr/>
              <a:t> the 20% that matters - </a:t>
            </a:r>
            <a:r>
              <a:rPr b="1"/>
              <a:t>Compounding value:</a:t>
            </a:r>
            <a:r>
              <a:rPr/>
              <a:t> the instruction + skill files live in our repo — the next app starts faster than this one did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New Applications &amp; Features (Team-Wide)</a:t>
            </a:r>
          </a:p>
          <a:p>
            <a:pPr lvl="0" indent="0" marL="0">
              <a:buNone/>
            </a:pPr>
            <a:r>
              <a:rPr b="1"/>
              <a:t>New Applications:</a:t>
            </a:r>
            <a:r>
              <a:rPr/>
              <a:t> - Scaffolding, boilerplate, API wrappers → </a:t>
            </a:r>
            <a:r>
              <a:rPr b="1"/>
              <a:t>30–34% faster setup</a:t>
            </a:r>
            <a:r>
              <a:rPr/>
              <a:t> - Unit tests written </a:t>
            </a:r>
            <a:r>
              <a:rPr b="1"/>
              <a:t>38% faster</a:t>
            </a:r>
            <a:r>
              <a:rPr/>
              <a:t> - Framework migrations: up to </a:t>
            </a:r>
            <a:r>
              <a:rPr b="1"/>
              <a:t>40% time savings</a:t>
            </a:r>
            <a:r>
              <a:rPr/>
              <a:t> - Faster onboarding for new developers to a codebase</a:t>
            </a:r>
          </a:p>
          <a:p>
            <a:pPr lvl="0" indent="0" marL="0">
              <a:buNone/>
            </a:pPr>
            <a:r>
              <a:rPr b="1"/>
              <a:t>New Features / Enhancements:</a:t>
            </a:r>
            <a:r>
              <a:rPr/>
              <a:t> - 63% of developers complete </a:t>
            </a:r>
            <a:r>
              <a:rPr b="1"/>
              <a:t>more tasks per sprint</a:t>
            </a:r>
            <a:r>
              <a:rPr/>
              <a:t> - Doc/API search time down </a:t>
            </a:r>
            <a:r>
              <a:rPr b="1"/>
              <a:t>54%</a:t>
            </a:r>
            <a:r>
              <a:rPr/>
              <a:t> - Code review effort down </a:t>
            </a:r>
            <a:r>
              <a:rPr b="1"/>
              <a:t>15%</a:t>
            </a:r>
            <a:r>
              <a:rPr/>
              <a:t> - 90% of devs report a </a:t>
            </a:r>
            <a:r>
              <a:rPr b="1"/>
              <a:t>median 20% time reduction</a:t>
            </a:r>
            <a:r>
              <a:rPr/>
              <a:t> per task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Defect Triage &amp; Fix</a:t>
            </a:r>
          </a:p>
          <a:p>
            <a:pPr lvl="0"/>
            <a:r>
              <a:rPr b="1"/>
              <a:t>Copilot Autofix:</a:t>
            </a:r>
            <a:r>
              <a:rPr/>
              <a:t> security vulnerabilities fixed </a:t>
            </a:r>
            <a:r>
              <a:rPr b="1"/>
              <a:t>3× faster</a:t>
            </a:r>
            <a:r>
              <a:rPr/>
              <a:t> (28 min vs. 1.5 hrs median)</a:t>
            </a:r>
          </a:p>
          <a:p>
            <a:pPr lvl="0"/>
            <a:r>
              <a:rPr>
                <a:latin typeface="Courier"/>
              </a:rPr>
              <a:t>/fix</a:t>
            </a:r>
            <a:r>
              <a:rPr/>
              <a:t> command analyzes errors with full workspace context and proposes a patch</a:t>
            </a:r>
          </a:p>
          <a:p>
            <a:pPr lvl="0"/>
            <a:r>
              <a:rPr b="1"/>
              <a:t>Copilot coding agent</a:t>
            </a:r>
            <a:r>
              <a:rPr/>
              <a:t> can be assigned directly to GitHub issues and drafts a fix PR automatically</a:t>
            </a:r>
          </a:p>
          <a:p>
            <a:pPr lvl="0"/>
            <a:r>
              <a:rPr/>
              <a:t>Debugging normally consumes ~40% of developer time — Copilot keeps developers in flow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ROI</a:t>
            </a:r>
          </a:p>
          <a:p>
            <a:pPr lvl="0" indent="0" marL="0">
              <a:buNone/>
            </a:pPr>
            <a:r>
              <a:rPr b="1"/>
              <a:t>The math:</a:t>
            </a:r>
            <a:r>
              <a:rPr/>
              <a:t> - Copilot cost: </a:t>
            </a:r>
            <a:r>
              <a:rPr b="1"/>
              <a:t>$39/dev/month</a:t>
            </a:r>
            <a:r>
              <a:rPr/>
              <a:t> (Business) or </a:t>
            </a:r>
            <a:r>
              <a:rPr b="1"/>
              <a:t>$19/dev/month</a:t>
            </a:r>
            <a:r>
              <a:rPr/>
              <a:t> (Individual) - Break-even: just </a:t>
            </a:r>
            <a:r>
              <a:rPr b="1"/>
              <a:t>~30 min saved/month</a:t>
            </a:r>
            <a:r>
              <a:rPr/>
              <a:t> at $30/hr loaded cost - Spring Batch case study alone: </a:t>
            </a:r>
            <a:r>
              <a:rPr b="1"/>
              <a:t>7 weeks saved</a:t>
            </a:r>
            <a:r>
              <a:rPr/>
              <a:t> on a single project</a:t>
            </a:r>
          </a:p>
          <a:p>
            <a:pPr lvl="0" indent="0" marL="0">
              <a:buNone/>
            </a:pPr>
            <a:r>
              <a:rPr b="1"/>
              <a:t>Bottom line:</a:t>
            </a:r>
            <a:r>
              <a:rPr/>
              <a:t> A few hundred dollars per developer per year is returning tens of hours per month in reclaimed engineering capacity — with a single case study already paying for a year of licenses many times over.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 — What’s Next</a:t>
            </a:r>
          </a:p>
          <a:p>
            <a:pPr lvl="0"/>
            <a:r>
              <a:rPr/>
              <a:t>Expand instruction-file + SKILL-file pattern to </a:t>
            </a:r>
            <a:r>
              <a:rPr b="1"/>
              <a:t>all new project types</a:t>
            </a:r>
            <a:r>
              <a:rPr/>
              <a:t>, not just Spring Batch</a:t>
            </a:r>
          </a:p>
          <a:p>
            <a:pPr lvl="0"/>
            <a:r>
              <a:rPr/>
              <a:t>Extend Copilot to automated </a:t>
            </a:r>
            <a:r>
              <a:rPr b="1"/>
              <a:t>documentation &amp; test generation</a:t>
            </a:r>
          </a:p>
          <a:p>
            <a:pPr lvl="0"/>
            <a:r>
              <a:rPr/>
              <a:t>Use Copilot coding agent for </a:t>
            </a:r>
            <a:r>
              <a:rPr b="1"/>
              <a:t>lower-severity defect triage</a:t>
            </a:r>
          </a:p>
          <a:p>
            <a:pPr lvl="0"/>
            <a:r>
              <a:rPr/>
              <a:t>Track </a:t>
            </a:r>
            <a:r>
              <a:rPr b="1"/>
              <a:t>GitHub Copilot Metrics (GA)</a:t>
            </a:r>
            <a:r>
              <a:rPr/>
              <a:t> for ongoing, quarter-over-quarter measurement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 — Key Takeaway</a:t>
            </a:r>
          </a:p>
          <a:p>
            <a:pPr lvl="0" indent="0" marL="1270000">
              <a:buNone/>
            </a:pPr>
            <a:r>
              <a:rPr sz="2000" b="1"/>
              <a:t>We didn’t replace the developer. We replaced the weeks of typing boilerplate.</a:t>
            </a:r>
          </a:p>
          <a:p>
            <a:pPr lvl="0"/>
            <a:r>
              <a:rPr/>
              <a:t>Specific, measured, repeatable results — not anecdotal</a:t>
            </a:r>
          </a:p>
          <a:p>
            <a:pPr lvl="0"/>
            <a:r>
              <a:rPr/>
              <a:t>Reusable assets (instruction + skill files) compound in value over time</a:t>
            </a:r>
          </a:p>
          <a:p>
            <a:pPr lvl="0"/>
            <a:r>
              <a:rPr/>
              <a:t>Developers still review and validate every output — quality and ownership unchanged</a:t>
            </a:r>
          </a:p>
          <a:p>
            <a:pPr lvl="0"/>
            <a:r>
              <a:rPr/>
              <a:t>Clear path to scale this pattern across the team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2026-09-22T14:26:54Z</dcterms:created>
  <dcterms:modified xsi:type="dcterms:W3CDTF">2026-09-22T14:26:54Z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